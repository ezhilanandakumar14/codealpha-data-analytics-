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66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88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997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94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245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3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873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360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29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725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919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668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5888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6577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8959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2448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0836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732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96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3284" y="1471663"/>
            <a:ext cx="7772400" cy="1470025"/>
          </a:xfrm>
        </p:spPr>
        <p:txBody>
          <a:bodyPr/>
          <a:lstStyle/>
          <a:p>
            <a:r>
              <a:rPr dirty="0"/>
              <a:t> </a:t>
            </a:r>
            <a:r>
              <a:rPr b="1" u="sng" dirty="0"/>
              <a:t>Dataset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599" y="3765476"/>
            <a:ext cx="5308866" cy="1377651"/>
          </a:xfrm>
        </p:spPr>
        <p:txBody>
          <a:bodyPr/>
          <a:lstStyle/>
          <a:p>
            <a:r>
              <a:rPr dirty="0" err="1"/>
              <a:t>CodeAlpha</a:t>
            </a:r>
            <a:r>
              <a:rPr dirty="0"/>
              <a:t> Internship – Data Analytics (Task 3)</a:t>
            </a:r>
          </a:p>
          <a:p>
            <a:r>
              <a:rPr dirty="0"/>
              <a:t>Data Visualization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966720"/>
            <a:ext cx="6345260" cy="3393440"/>
          </a:xfrm>
        </p:spPr>
        <p:txBody>
          <a:bodyPr/>
          <a:lstStyle/>
          <a:p>
            <a:r>
              <a:rPr dirty="0"/>
              <a:t>Analysis of 891 Titanic passengers.</a:t>
            </a:r>
          </a:p>
          <a:p>
            <a:r>
              <a:rPr dirty="0"/>
              <a:t>Focus: age, class, fare, gender, and survival patterns.</a:t>
            </a:r>
            <a:endParaRPr lang="en-US" dirty="0"/>
          </a:p>
          <a:p>
            <a:r>
              <a:rPr lang="en-US" dirty="0"/>
              <a:t>Through five carefully designed visualizations, this report uncovers patterns and insights related to passenger demographics and survival rates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6" y="2490136"/>
            <a:ext cx="6798736" cy="1865554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Key fields:</a:t>
            </a:r>
          </a:p>
          <a:p>
            <a:r>
              <a:rPr dirty="0"/>
              <a:t>• Survived</a:t>
            </a:r>
          </a:p>
          <a:p>
            <a:r>
              <a:rPr dirty="0"/>
              <a:t>• Passenger Class (</a:t>
            </a:r>
            <a:r>
              <a:rPr dirty="0" err="1"/>
              <a:t>Pclass</a:t>
            </a:r>
            <a:r>
              <a:rPr dirty="0"/>
              <a:t>)</a:t>
            </a:r>
          </a:p>
          <a:p>
            <a:r>
              <a:rPr dirty="0"/>
              <a:t>• Age</a:t>
            </a:r>
          </a:p>
          <a:p>
            <a:r>
              <a:rPr dirty="0"/>
              <a:t>• Fare</a:t>
            </a:r>
          </a:p>
          <a:p>
            <a:r>
              <a:rPr dirty="0"/>
              <a:t>• Sex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ABB3962A-56E1-7C24-A316-C2A7FF00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755" y="4511040"/>
            <a:ext cx="7747820" cy="2062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Survival by Passenger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5" y="2369575"/>
            <a:ext cx="6798736" cy="3565558"/>
          </a:xfrm>
        </p:spPr>
        <p:txBody>
          <a:bodyPr/>
          <a:lstStyle/>
          <a:p>
            <a:r>
              <a:rPr dirty="0"/>
              <a:t>1st class passengers had the highest survival rates.</a:t>
            </a:r>
          </a:p>
          <a:p>
            <a:r>
              <a:rPr dirty="0"/>
              <a:t>3rd class passengers experienced the most fatalities.</a:t>
            </a:r>
          </a:p>
        </p:txBody>
      </p:sp>
      <p:pic>
        <p:nvPicPr>
          <p:cNvPr id="5" name="Picture 4" descr="A graph of a number of people&#10;&#10;Description automatically generated">
            <a:extLst>
              <a:ext uri="{FF2B5EF4-FFF2-40B4-BE49-F238E27FC236}">
                <a16:creationId xmlns:a16="http://schemas.microsoft.com/office/drawing/2014/main" id="{923B2B1C-9D78-8159-4A43-CC9E37410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071" y="3429000"/>
            <a:ext cx="7295535" cy="27014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633" y="776978"/>
            <a:ext cx="6798734" cy="1356622"/>
          </a:xfrm>
        </p:spPr>
        <p:txBody>
          <a:bodyPr/>
          <a:lstStyle/>
          <a:p>
            <a:r>
              <a:rPr dirty="0"/>
              <a:t>Overall Survival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5" y="2251588"/>
            <a:ext cx="6798736" cy="1533832"/>
          </a:xfrm>
        </p:spPr>
        <p:txBody>
          <a:bodyPr>
            <a:normAutofit/>
          </a:bodyPr>
          <a:lstStyle/>
          <a:p>
            <a:r>
              <a:rPr dirty="0"/>
              <a:t>Approximately 38–50% of passengers survived depending on dataset interpretation.</a:t>
            </a:r>
          </a:p>
          <a:p>
            <a:r>
              <a:rPr dirty="0"/>
              <a:t>The disaster resulted in significant loss of life.</a:t>
            </a:r>
          </a:p>
        </p:txBody>
      </p:sp>
      <p:pic>
        <p:nvPicPr>
          <p:cNvPr id="5" name="Picture 4" descr="A pie chart with a green circle and red circle&#10;&#10;Description automatically generated">
            <a:extLst>
              <a:ext uri="{FF2B5EF4-FFF2-40B4-BE49-F238E27FC236}">
                <a16:creationId xmlns:a16="http://schemas.microsoft.com/office/drawing/2014/main" id="{3AB64862-57B4-8A7F-A736-DA1F09C38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06" y="3224981"/>
            <a:ext cx="7393859" cy="36330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Most passengers were young adults aged 20–35.</a:t>
            </a:r>
          </a:p>
          <a:p>
            <a:r>
              <a:t>Children formed a smaller but important group.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Passenger class and fare were the strongest indicators of survival.</a:t>
            </a:r>
          </a:p>
          <a:p>
            <a:r>
              <a:rPr dirty="0"/>
              <a:t>Age had a weaker relationship.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 Distribution by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1st class passengers were generally older.</a:t>
            </a:r>
          </a:p>
          <a:p>
            <a:r>
              <a:t>2nd class showed the widest age range.</a:t>
            </a:r>
          </a:p>
        </p:txBody>
      </p:sp>
      <p:pic>
        <p:nvPicPr>
          <p:cNvPr id="5" name="Picture 4" descr="A diagram of a number of colored rectangular objects&#10;&#10;Description automatically generated">
            <a:extLst>
              <a:ext uri="{FF2B5EF4-FFF2-40B4-BE49-F238E27FC236}">
                <a16:creationId xmlns:a16="http://schemas.microsoft.com/office/drawing/2014/main" id="{5C18AA3A-5832-F3FC-57B6-9C7F91AC8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84" y="3352800"/>
            <a:ext cx="8052619" cy="33429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Survival was strongly influenced by socioeconomic factors.</a:t>
            </a:r>
            <a:endParaRPr lang="en-US" dirty="0"/>
          </a:p>
          <a:p>
            <a:r>
              <a:rPr lang="en-US" dirty="0"/>
              <a:t> Only ~38% of all passengers survived the disaster overall.</a:t>
            </a:r>
          </a:p>
          <a:p>
            <a:r>
              <a:rPr lang="en-US" dirty="0"/>
              <a:t>  The majority of passengers were young adults in the 20–30 age range.                                                                          </a:t>
            </a:r>
          </a:p>
          <a:p>
            <a:r>
              <a:rPr lang="en-US" dirty="0"/>
              <a:t> Higher fare correlated positively with survival chances.                                                  </a:t>
            </a:r>
          </a:p>
          <a:p>
            <a:r>
              <a:rPr lang="en-US" dirty="0"/>
              <a:t> First-class passengers were older on average than second and third class passengers</a:t>
            </a:r>
            <a:endParaRPr dirty="0"/>
          </a:p>
          <a:p>
            <a:r>
              <a:rPr dirty="0"/>
              <a:t>Data visualization helps reveal hidden trends and insights.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19</TotalTime>
  <Words>241</Words>
  <Application>Microsoft Office PowerPoint</Application>
  <PresentationFormat>On-screen Show (4:3)</PresentationFormat>
  <Paragraphs>36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 Boardroom</vt:lpstr>
      <vt:lpstr> Dataset Analysis</vt:lpstr>
      <vt:lpstr>Introduction</vt:lpstr>
      <vt:lpstr>Dataset Overview</vt:lpstr>
      <vt:lpstr>Survival by Passenger Class</vt:lpstr>
      <vt:lpstr>Overall Survival Rate</vt:lpstr>
      <vt:lpstr>Age Distribution</vt:lpstr>
      <vt:lpstr>Correlation Analysis</vt:lpstr>
      <vt:lpstr>Age Distribution by Class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Ezhil A</dc:creator>
  <cp:keywords/>
  <dc:description>generated using python-pptx</dc:description>
  <cp:lastModifiedBy>ezhilofficial14@outlook.com</cp:lastModifiedBy>
  <cp:revision>2</cp:revision>
  <dcterms:created xsi:type="dcterms:W3CDTF">2013-01-27T09:14:16Z</dcterms:created>
  <dcterms:modified xsi:type="dcterms:W3CDTF">2026-06-09T15:44:14Z</dcterms:modified>
  <cp:category/>
</cp:coreProperties>
</file>